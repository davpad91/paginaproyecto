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4F0D2-3901-4C7A-B677-E3ED4F42F7A2}" type="datetimeFigureOut">
              <a:rPr lang="es-CO" smtClean="0"/>
              <a:t>2/12/2021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71C0E-356B-400E-9908-2BDBF590FD1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52123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4F0D2-3901-4C7A-B677-E3ED4F42F7A2}" type="datetimeFigureOut">
              <a:rPr lang="es-CO" smtClean="0"/>
              <a:t>2/12/2021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71C0E-356B-400E-9908-2BDBF590FD1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96684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4F0D2-3901-4C7A-B677-E3ED4F42F7A2}" type="datetimeFigureOut">
              <a:rPr lang="es-CO" smtClean="0"/>
              <a:t>2/12/2021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71C0E-356B-400E-9908-2BDBF590FD1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56872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4F0D2-3901-4C7A-B677-E3ED4F42F7A2}" type="datetimeFigureOut">
              <a:rPr lang="es-CO" smtClean="0"/>
              <a:t>2/12/2021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71C0E-356B-400E-9908-2BDBF590FD1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06722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4F0D2-3901-4C7A-B677-E3ED4F42F7A2}" type="datetimeFigureOut">
              <a:rPr lang="es-CO" smtClean="0"/>
              <a:t>2/12/2021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71C0E-356B-400E-9908-2BDBF590FD1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04262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4F0D2-3901-4C7A-B677-E3ED4F42F7A2}" type="datetimeFigureOut">
              <a:rPr lang="es-CO" smtClean="0"/>
              <a:t>2/12/2021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71C0E-356B-400E-9908-2BDBF590FD1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38399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4F0D2-3901-4C7A-B677-E3ED4F42F7A2}" type="datetimeFigureOut">
              <a:rPr lang="es-CO" smtClean="0"/>
              <a:t>2/12/2021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71C0E-356B-400E-9908-2BDBF590FD1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62240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4F0D2-3901-4C7A-B677-E3ED4F42F7A2}" type="datetimeFigureOut">
              <a:rPr lang="es-CO" smtClean="0"/>
              <a:t>2/12/2021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71C0E-356B-400E-9908-2BDBF590FD1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8563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4F0D2-3901-4C7A-B677-E3ED4F42F7A2}" type="datetimeFigureOut">
              <a:rPr lang="es-CO" smtClean="0"/>
              <a:t>2/12/2021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71C0E-356B-400E-9908-2BDBF590FD1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6925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4F0D2-3901-4C7A-B677-E3ED4F42F7A2}" type="datetimeFigureOut">
              <a:rPr lang="es-CO" smtClean="0"/>
              <a:t>2/12/2021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71C0E-356B-400E-9908-2BDBF590FD1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18529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4F0D2-3901-4C7A-B677-E3ED4F42F7A2}" type="datetimeFigureOut">
              <a:rPr lang="es-CO" smtClean="0"/>
              <a:t>2/12/2021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71C0E-356B-400E-9908-2BDBF590FD1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51861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54F0D2-3901-4C7A-B677-E3ED4F42F7A2}" type="datetimeFigureOut">
              <a:rPr lang="es-CO" smtClean="0"/>
              <a:t>2/12/2021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571C0E-356B-400E-9908-2BDBF590FD1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66566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upo 29"/>
          <p:cNvGrpSpPr/>
          <p:nvPr/>
        </p:nvGrpSpPr>
        <p:grpSpPr>
          <a:xfrm>
            <a:off x="2141111" y="663922"/>
            <a:ext cx="7479407" cy="5313086"/>
            <a:chOff x="2141111" y="663922"/>
            <a:chExt cx="7479407" cy="5313086"/>
          </a:xfrm>
        </p:grpSpPr>
        <p:grpSp>
          <p:nvGrpSpPr>
            <p:cNvPr id="7" name="Grupo 6"/>
            <p:cNvGrpSpPr/>
            <p:nvPr/>
          </p:nvGrpSpPr>
          <p:grpSpPr>
            <a:xfrm>
              <a:off x="3013656" y="1210614"/>
              <a:ext cx="6310648" cy="4378817"/>
              <a:chOff x="3013656" y="1210614"/>
              <a:chExt cx="6310648" cy="4378817"/>
            </a:xfrm>
          </p:grpSpPr>
          <p:sp>
            <p:nvSpPr>
              <p:cNvPr id="4" name="Rectángulo 3"/>
              <p:cNvSpPr/>
              <p:nvPr/>
            </p:nvSpPr>
            <p:spPr>
              <a:xfrm>
                <a:off x="3013656" y="1210614"/>
                <a:ext cx="6310648" cy="4378817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5" name="Rectángulo 4"/>
              <p:cNvSpPr/>
              <p:nvPr/>
            </p:nvSpPr>
            <p:spPr>
              <a:xfrm>
                <a:off x="3013656" y="1210614"/>
                <a:ext cx="3155324" cy="218941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6" name="Rectángulo 5"/>
              <p:cNvSpPr/>
              <p:nvPr/>
            </p:nvSpPr>
            <p:spPr>
              <a:xfrm>
                <a:off x="6168980" y="3400024"/>
                <a:ext cx="3155324" cy="218940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</p:grpSp>
        <p:cxnSp>
          <p:nvCxnSpPr>
            <p:cNvPr id="9" name="Conector recto de flecha 8"/>
            <p:cNvCxnSpPr/>
            <p:nvPr/>
          </p:nvCxnSpPr>
          <p:spPr>
            <a:xfrm flipV="1">
              <a:off x="3013656" y="953037"/>
              <a:ext cx="0" cy="4636394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cto de flecha 9"/>
            <p:cNvCxnSpPr/>
            <p:nvPr/>
          </p:nvCxnSpPr>
          <p:spPr>
            <a:xfrm flipV="1">
              <a:off x="3013655" y="5589431"/>
              <a:ext cx="6606863" cy="18245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CuadroTexto 12"/>
            <p:cNvSpPr txBox="1"/>
            <p:nvPr/>
          </p:nvSpPr>
          <p:spPr>
            <a:xfrm>
              <a:off x="3528812" y="2150772"/>
              <a:ext cx="2125014" cy="3090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400" dirty="0" smtClean="0"/>
                <a:t>MANTENER SATISFECHOS</a:t>
              </a:r>
              <a:endParaRPr lang="es-CO" sz="1400" dirty="0"/>
            </a:p>
          </p:txBody>
        </p:sp>
        <p:sp>
          <p:nvSpPr>
            <p:cNvPr id="14" name="CuadroTexto 13"/>
            <p:cNvSpPr txBox="1"/>
            <p:nvPr/>
          </p:nvSpPr>
          <p:spPr>
            <a:xfrm>
              <a:off x="6684135" y="2150772"/>
              <a:ext cx="2125014" cy="3090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400" dirty="0" smtClean="0"/>
                <a:t>GESTIONAR ACTIVAMENTE</a:t>
              </a:r>
              <a:endParaRPr lang="es-CO" sz="1400" dirty="0"/>
            </a:p>
          </p:txBody>
        </p:sp>
        <p:sp>
          <p:nvSpPr>
            <p:cNvPr id="15" name="CuadroTexto 14"/>
            <p:cNvSpPr txBox="1"/>
            <p:nvPr/>
          </p:nvSpPr>
          <p:spPr>
            <a:xfrm>
              <a:off x="3161763" y="4341495"/>
              <a:ext cx="28591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400" dirty="0" smtClean="0"/>
                <a:t>MONITOREAR (ESFUERZO MINIMO)</a:t>
              </a:r>
              <a:endParaRPr lang="es-CO" sz="1400" dirty="0"/>
            </a:p>
          </p:txBody>
        </p:sp>
        <p:sp>
          <p:nvSpPr>
            <p:cNvPr id="16" name="CuadroTexto 15"/>
            <p:cNvSpPr txBox="1"/>
            <p:nvPr/>
          </p:nvSpPr>
          <p:spPr>
            <a:xfrm>
              <a:off x="6684135" y="4340179"/>
              <a:ext cx="2125014" cy="3090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400" dirty="0" smtClean="0"/>
                <a:t>MANTENER INFORMADOS</a:t>
              </a:r>
              <a:endParaRPr lang="es-CO" sz="1400" dirty="0"/>
            </a:p>
          </p:txBody>
        </p:sp>
        <p:sp>
          <p:nvSpPr>
            <p:cNvPr id="17" name="CuadroTexto 16"/>
            <p:cNvSpPr txBox="1"/>
            <p:nvPr/>
          </p:nvSpPr>
          <p:spPr>
            <a:xfrm>
              <a:off x="2141111" y="3215356"/>
              <a:ext cx="8725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b="1" dirty="0" smtClean="0"/>
                <a:t>PODER</a:t>
              </a:r>
              <a:endParaRPr lang="es-CO" b="1" dirty="0"/>
            </a:p>
          </p:txBody>
        </p:sp>
        <p:sp>
          <p:nvSpPr>
            <p:cNvPr id="18" name="CuadroTexto 17"/>
            <p:cNvSpPr txBox="1"/>
            <p:nvPr/>
          </p:nvSpPr>
          <p:spPr>
            <a:xfrm>
              <a:off x="2345565" y="1210613"/>
              <a:ext cx="7437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dirty="0" smtClean="0"/>
                <a:t>ALTO</a:t>
              </a:r>
              <a:endParaRPr lang="es-CO" dirty="0"/>
            </a:p>
          </p:txBody>
        </p:sp>
        <p:sp>
          <p:nvSpPr>
            <p:cNvPr id="19" name="CuadroTexto 18"/>
            <p:cNvSpPr txBox="1"/>
            <p:nvPr/>
          </p:nvSpPr>
          <p:spPr>
            <a:xfrm>
              <a:off x="2340729" y="5238344"/>
              <a:ext cx="6729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dirty="0" smtClean="0"/>
                <a:t>BAJO</a:t>
              </a:r>
              <a:endParaRPr lang="es-CO" dirty="0"/>
            </a:p>
          </p:txBody>
        </p:sp>
        <p:sp>
          <p:nvSpPr>
            <p:cNvPr id="20" name="CuadroTexto 19"/>
            <p:cNvSpPr txBox="1"/>
            <p:nvPr/>
          </p:nvSpPr>
          <p:spPr>
            <a:xfrm>
              <a:off x="5732707" y="5607676"/>
              <a:ext cx="10415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b="1" dirty="0" smtClean="0"/>
                <a:t>INTERES</a:t>
              </a:r>
              <a:endParaRPr lang="es-CO" b="1" dirty="0"/>
            </a:p>
          </p:txBody>
        </p:sp>
        <p:sp>
          <p:nvSpPr>
            <p:cNvPr id="21" name="CuadroTexto 20"/>
            <p:cNvSpPr txBox="1"/>
            <p:nvPr/>
          </p:nvSpPr>
          <p:spPr>
            <a:xfrm>
              <a:off x="3013654" y="5607676"/>
              <a:ext cx="6729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dirty="0" smtClean="0"/>
                <a:t>BAJO</a:t>
              </a:r>
              <a:endParaRPr lang="es-CO" dirty="0"/>
            </a:p>
          </p:txBody>
        </p:sp>
        <p:sp>
          <p:nvSpPr>
            <p:cNvPr id="22" name="CuadroTexto 21"/>
            <p:cNvSpPr txBox="1"/>
            <p:nvPr/>
          </p:nvSpPr>
          <p:spPr>
            <a:xfrm>
              <a:off x="8876765" y="5598553"/>
              <a:ext cx="7437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dirty="0" smtClean="0"/>
                <a:t>ALTO</a:t>
              </a:r>
              <a:endParaRPr lang="es-CO" dirty="0"/>
            </a:p>
          </p:txBody>
        </p:sp>
        <p:sp>
          <p:nvSpPr>
            <p:cNvPr id="23" name="Elipse 22"/>
            <p:cNvSpPr/>
            <p:nvPr/>
          </p:nvSpPr>
          <p:spPr>
            <a:xfrm>
              <a:off x="4791544" y="3493869"/>
              <a:ext cx="269853" cy="257241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s-CO" sz="1100"/>
            </a:p>
          </p:txBody>
        </p:sp>
        <p:sp>
          <p:nvSpPr>
            <p:cNvPr id="24" name="Elipse 23"/>
            <p:cNvSpPr/>
            <p:nvPr/>
          </p:nvSpPr>
          <p:spPr>
            <a:xfrm>
              <a:off x="8876765" y="3499238"/>
              <a:ext cx="267235" cy="251872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s-CO" sz="1100"/>
            </a:p>
          </p:txBody>
        </p:sp>
        <p:sp>
          <p:nvSpPr>
            <p:cNvPr id="25" name="Elipse 24"/>
            <p:cNvSpPr/>
            <p:nvPr/>
          </p:nvSpPr>
          <p:spPr>
            <a:xfrm>
              <a:off x="4791544" y="3842913"/>
              <a:ext cx="269853" cy="257242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s-CO" sz="1100"/>
            </a:p>
          </p:txBody>
        </p:sp>
        <p:sp>
          <p:nvSpPr>
            <p:cNvPr id="26" name="Elipse 25"/>
            <p:cNvSpPr/>
            <p:nvPr/>
          </p:nvSpPr>
          <p:spPr>
            <a:xfrm>
              <a:off x="3258355" y="5220099"/>
              <a:ext cx="270457" cy="171450"/>
            </a:xfrm>
            <a:prstGeom prst="ellipse">
              <a:avLst/>
            </a:prstGeom>
            <a:solidFill>
              <a:srgbClr val="00206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s-CO" sz="1100"/>
            </a:p>
          </p:txBody>
        </p:sp>
        <p:sp>
          <p:nvSpPr>
            <p:cNvPr id="27" name="Elipse 26"/>
            <p:cNvSpPr/>
            <p:nvPr/>
          </p:nvSpPr>
          <p:spPr>
            <a:xfrm>
              <a:off x="8708332" y="1399037"/>
              <a:ext cx="302050" cy="299369"/>
            </a:xfrm>
            <a:prstGeom prst="ellipse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s-CO" sz="1100"/>
            </a:p>
          </p:txBody>
        </p:sp>
        <p:sp>
          <p:nvSpPr>
            <p:cNvPr id="28" name="Elipse 27"/>
            <p:cNvSpPr/>
            <p:nvPr/>
          </p:nvSpPr>
          <p:spPr>
            <a:xfrm>
              <a:off x="5349630" y="1380667"/>
              <a:ext cx="304196" cy="299369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s-CO" sz="1100"/>
            </a:p>
          </p:txBody>
        </p:sp>
        <p:sp>
          <p:nvSpPr>
            <p:cNvPr id="29" name="Rectángulo 28"/>
            <p:cNvSpPr/>
            <p:nvPr/>
          </p:nvSpPr>
          <p:spPr>
            <a:xfrm>
              <a:off x="4133080" y="663922"/>
              <a:ext cx="3775585" cy="46166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s-ES" sz="2400" dirty="0" smtClean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MATRIZ DE INTERES / PODER</a:t>
              </a:r>
              <a:endParaRPr lang="es-E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509661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22</Words>
  <Application>Microsoft Office PowerPoint</Application>
  <PresentationFormat>Panorámica</PresentationFormat>
  <Paragraphs>11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Cuenta Microsoft</dc:creator>
  <cp:lastModifiedBy>Cuenta Microsoft</cp:lastModifiedBy>
  <cp:revision>4</cp:revision>
  <dcterms:created xsi:type="dcterms:W3CDTF">2021-12-03T03:39:37Z</dcterms:created>
  <dcterms:modified xsi:type="dcterms:W3CDTF">2021-12-03T04:00:22Z</dcterms:modified>
</cp:coreProperties>
</file>