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7F1F8-ACEA-40DA-8C94-F64818CAF50F}" type="datetimeFigureOut">
              <a:rPr lang="es-CO" smtClean="0"/>
              <a:t>3/12/2021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0A2-3E5C-40B8-87EB-BCA47702E8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3009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7F1F8-ACEA-40DA-8C94-F64818CAF50F}" type="datetimeFigureOut">
              <a:rPr lang="es-CO" smtClean="0"/>
              <a:t>3/12/2021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0A2-3E5C-40B8-87EB-BCA47702E8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4430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7F1F8-ACEA-40DA-8C94-F64818CAF50F}" type="datetimeFigureOut">
              <a:rPr lang="es-CO" smtClean="0"/>
              <a:t>3/12/2021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0A2-3E5C-40B8-87EB-BCA47702E8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8634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7F1F8-ACEA-40DA-8C94-F64818CAF50F}" type="datetimeFigureOut">
              <a:rPr lang="es-CO" smtClean="0"/>
              <a:t>3/12/2021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0A2-3E5C-40B8-87EB-BCA47702E8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7326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7F1F8-ACEA-40DA-8C94-F64818CAF50F}" type="datetimeFigureOut">
              <a:rPr lang="es-CO" smtClean="0"/>
              <a:t>3/12/2021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0A2-3E5C-40B8-87EB-BCA47702E8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348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7F1F8-ACEA-40DA-8C94-F64818CAF50F}" type="datetimeFigureOut">
              <a:rPr lang="es-CO" smtClean="0"/>
              <a:t>3/12/2021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0A2-3E5C-40B8-87EB-BCA47702E8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954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7F1F8-ACEA-40DA-8C94-F64818CAF50F}" type="datetimeFigureOut">
              <a:rPr lang="es-CO" smtClean="0"/>
              <a:t>3/12/2021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0A2-3E5C-40B8-87EB-BCA47702E8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3064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7F1F8-ACEA-40DA-8C94-F64818CAF50F}" type="datetimeFigureOut">
              <a:rPr lang="es-CO" smtClean="0"/>
              <a:t>3/12/2021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0A2-3E5C-40B8-87EB-BCA47702E8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711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7F1F8-ACEA-40DA-8C94-F64818CAF50F}" type="datetimeFigureOut">
              <a:rPr lang="es-CO" smtClean="0"/>
              <a:t>3/12/2021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0A2-3E5C-40B8-87EB-BCA47702E8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7375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7F1F8-ACEA-40DA-8C94-F64818CAF50F}" type="datetimeFigureOut">
              <a:rPr lang="es-CO" smtClean="0"/>
              <a:t>3/12/2021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0A2-3E5C-40B8-87EB-BCA47702E8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284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7F1F8-ACEA-40DA-8C94-F64818CAF50F}" type="datetimeFigureOut">
              <a:rPr lang="es-CO" smtClean="0"/>
              <a:t>3/12/2021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0A2-3E5C-40B8-87EB-BCA47702E8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219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7F1F8-ACEA-40DA-8C94-F64818CAF50F}" type="datetimeFigureOut">
              <a:rPr lang="es-CO" smtClean="0"/>
              <a:t>3/12/2021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A50A2-3E5C-40B8-87EB-BCA47702E8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69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upo 92"/>
          <p:cNvGrpSpPr/>
          <p:nvPr/>
        </p:nvGrpSpPr>
        <p:grpSpPr>
          <a:xfrm>
            <a:off x="77274" y="1"/>
            <a:ext cx="11951594" cy="6693456"/>
            <a:chOff x="77274" y="1"/>
            <a:chExt cx="11951594" cy="6693456"/>
          </a:xfrm>
        </p:grpSpPr>
        <p:sp>
          <p:nvSpPr>
            <p:cNvPr id="6" name="Rectángulo 5"/>
            <p:cNvSpPr/>
            <p:nvPr/>
          </p:nvSpPr>
          <p:spPr>
            <a:xfrm>
              <a:off x="5129842" y="1"/>
              <a:ext cx="1621766" cy="6901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>
                  <a:solidFill>
                    <a:sysClr val="windowText" lastClr="000000"/>
                  </a:solidFill>
                </a:rPr>
                <a:t>PROYECTO</a:t>
              </a:r>
            </a:p>
            <a:p>
              <a:pPr algn="ctr"/>
              <a:r>
                <a:rPr lang="es-MX" sz="1200" dirty="0" smtClean="0">
                  <a:solidFill>
                    <a:sysClr val="windowText" lastClr="000000"/>
                  </a:solidFill>
                </a:rPr>
                <a:t>COBRA A TIEMPO </a:t>
              </a:r>
              <a:endParaRPr lang="es-CO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Rectángulo 6"/>
            <p:cNvSpPr/>
            <p:nvPr/>
          </p:nvSpPr>
          <p:spPr>
            <a:xfrm>
              <a:off x="77274" y="1069523"/>
              <a:ext cx="1621766" cy="690113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GESTION DEL PROYECTO</a:t>
              </a:r>
              <a:endParaRPr lang="es-CO" sz="1200" dirty="0"/>
            </a:p>
          </p:txBody>
        </p:sp>
        <p:sp>
          <p:nvSpPr>
            <p:cNvPr id="9" name="Rectángulo 8"/>
            <p:cNvSpPr/>
            <p:nvPr/>
          </p:nvSpPr>
          <p:spPr>
            <a:xfrm>
              <a:off x="2399656" y="1066094"/>
              <a:ext cx="1621766" cy="690113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ANALISIS</a:t>
              </a:r>
              <a:endParaRPr lang="es-CO" sz="1200" dirty="0"/>
            </a:p>
          </p:txBody>
        </p:sp>
        <p:sp>
          <p:nvSpPr>
            <p:cNvPr id="10" name="Rectángulo 9"/>
            <p:cNvSpPr/>
            <p:nvPr/>
          </p:nvSpPr>
          <p:spPr>
            <a:xfrm>
              <a:off x="4739376" y="1069522"/>
              <a:ext cx="1621766" cy="690113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DISEÑO </a:t>
              </a:r>
              <a:endParaRPr lang="es-CO" sz="1200" dirty="0"/>
            </a:p>
          </p:txBody>
        </p:sp>
        <p:sp>
          <p:nvSpPr>
            <p:cNvPr id="11" name="Rectángulo 10"/>
            <p:cNvSpPr/>
            <p:nvPr/>
          </p:nvSpPr>
          <p:spPr>
            <a:xfrm>
              <a:off x="7416770" y="1099854"/>
              <a:ext cx="1621766" cy="690113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IMPLEMENTACION</a:t>
              </a:r>
              <a:endParaRPr lang="es-CO" sz="1200" dirty="0"/>
            </a:p>
          </p:txBody>
        </p:sp>
        <p:sp>
          <p:nvSpPr>
            <p:cNvPr id="12" name="Rectángulo 11"/>
            <p:cNvSpPr/>
            <p:nvPr/>
          </p:nvSpPr>
          <p:spPr>
            <a:xfrm>
              <a:off x="10402807" y="1101302"/>
              <a:ext cx="1621766" cy="690113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DESPLIEGUE</a:t>
              </a:r>
              <a:endParaRPr lang="es-CO" sz="1200" dirty="0"/>
            </a:p>
          </p:txBody>
        </p:sp>
        <p:sp>
          <p:nvSpPr>
            <p:cNvPr id="13" name="Rectángulo 12"/>
            <p:cNvSpPr/>
            <p:nvPr/>
          </p:nvSpPr>
          <p:spPr>
            <a:xfrm>
              <a:off x="297176" y="2025404"/>
              <a:ext cx="1621766" cy="6901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GESTION DEL TIEMPO</a:t>
              </a:r>
              <a:endParaRPr lang="es-CO" sz="1200" dirty="0"/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297176" y="2957450"/>
              <a:ext cx="1621766" cy="6901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DIAGRAMA DE GANTT</a:t>
              </a:r>
              <a:endParaRPr lang="es-CO" sz="1200" dirty="0"/>
            </a:p>
          </p:txBody>
        </p:sp>
        <p:sp>
          <p:nvSpPr>
            <p:cNvPr id="17" name="Rectángulo 16"/>
            <p:cNvSpPr/>
            <p:nvPr/>
          </p:nvSpPr>
          <p:spPr>
            <a:xfrm>
              <a:off x="291171" y="3921276"/>
              <a:ext cx="1621766" cy="6901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PLAN DE REQUERIMIENTOS</a:t>
              </a:r>
              <a:endParaRPr lang="es-CO" sz="1200" dirty="0"/>
            </a:p>
          </p:txBody>
        </p:sp>
        <p:sp>
          <p:nvSpPr>
            <p:cNvPr id="19" name="Rectángulo 18"/>
            <p:cNvSpPr/>
            <p:nvPr/>
          </p:nvSpPr>
          <p:spPr>
            <a:xfrm>
              <a:off x="2697193" y="2038054"/>
              <a:ext cx="1621766" cy="9399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INFORME SOBRE ESPECIFICACION DE REQUISITOS DE SOFTWARE</a:t>
              </a:r>
              <a:endParaRPr lang="es-CO" sz="1200" dirty="0"/>
            </a:p>
          </p:txBody>
        </p:sp>
        <p:sp>
          <p:nvSpPr>
            <p:cNvPr id="20" name="Rectángulo 19"/>
            <p:cNvSpPr/>
            <p:nvPr/>
          </p:nvSpPr>
          <p:spPr>
            <a:xfrm>
              <a:off x="2697193" y="3388755"/>
              <a:ext cx="1621766" cy="9399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INFORME DE INVESTIGACION DE ALGORITMOS</a:t>
              </a:r>
              <a:endParaRPr lang="es-CO" sz="1200" dirty="0"/>
            </a:p>
          </p:txBody>
        </p:sp>
        <p:sp>
          <p:nvSpPr>
            <p:cNvPr id="21" name="Rectángulo 20"/>
            <p:cNvSpPr/>
            <p:nvPr/>
          </p:nvSpPr>
          <p:spPr>
            <a:xfrm>
              <a:off x="5164304" y="2025402"/>
              <a:ext cx="1621766" cy="6901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INFORME DE ESTANDARES DE DISEÑO E INTERFACE</a:t>
              </a:r>
              <a:endParaRPr lang="es-CO" sz="1200" dirty="0"/>
            </a:p>
          </p:txBody>
        </p:sp>
        <p:sp>
          <p:nvSpPr>
            <p:cNvPr id="22" name="Rectángulo 21"/>
            <p:cNvSpPr/>
            <p:nvPr/>
          </p:nvSpPr>
          <p:spPr>
            <a:xfrm>
              <a:off x="5164304" y="2886106"/>
              <a:ext cx="1621766" cy="6901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INFORME DE ARQUITECTURA DE SOFTWARE</a:t>
              </a:r>
              <a:endParaRPr lang="es-CO" sz="1200" dirty="0"/>
            </a:p>
          </p:txBody>
        </p:sp>
        <p:sp>
          <p:nvSpPr>
            <p:cNvPr id="23" name="Rectángulo 22"/>
            <p:cNvSpPr/>
            <p:nvPr/>
          </p:nvSpPr>
          <p:spPr>
            <a:xfrm>
              <a:off x="5164304" y="3752909"/>
              <a:ext cx="1621766" cy="6901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DIAGRAMA DE CLASES</a:t>
              </a:r>
              <a:endParaRPr lang="es-CO" sz="1200" dirty="0"/>
            </a:p>
          </p:txBody>
        </p:sp>
        <p:sp>
          <p:nvSpPr>
            <p:cNvPr id="24" name="Rectángulo 23"/>
            <p:cNvSpPr/>
            <p:nvPr/>
          </p:nvSpPr>
          <p:spPr>
            <a:xfrm>
              <a:off x="5164304" y="4673930"/>
              <a:ext cx="1621766" cy="6901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DIAGRAMA DE BASE DE DATOS</a:t>
              </a:r>
              <a:endParaRPr lang="es-CO" sz="1200" dirty="0"/>
            </a:p>
          </p:txBody>
        </p:sp>
        <p:sp>
          <p:nvSpPr>
            <p:cNvPr id="25" name="Rectángulo 24"/>
            <p:cNvSpPr/>
            <p:nvPr/>
          </p:nvSpPr>
          <p:spPr>
            <a:xfrm>
              <a:off x="3707664" y="6003344"/>
              <a:ext cx="1621766" cy="6901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DIAGRAMA DE SECUENCIA</a:t>
              </a:r>
              <a:endParaRPr lang="es-CO" sz="1200" dirty="0"/>
            </a:p>
          </p:txBody>
        </p:sp>
        <p:sp>
          <p:nvSpPr>
            <p:cNvPr id="26" name="Rectángulo 25"/>
            <p:cNvSpPr/>
            <p:nvPr/>
          </p:nvSpPr>
          <p:spPr>
            <a:xfrm>
              <a:off x="5550259" y="6003344"/>
              <a:ext cx="1621766" cy="6901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PLAN DE PRUEBAS</a:t>
              </a:r>
              <a:endParaRPr lang="es-CO" sz="1200" dirty="0"/>
            </a:p>
          </p:txBody>
        </p:sp>
        <p:sp>
          <p:nvSpPr>
            <p:cNvPr id="27" name="Rectángulo 26"/>
            <p:cNvSpPr/>
            <p:nvPr/>
          </p:nvSpPr>
          <p:spPr>
            <a:xfrm>
              <a:off x="7785602" y="2023416"/>
              <a:ext cx="1621766" cy="6901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AMBIENTE DE DESARROLLO</a:t>
              </a:r>
              <a:endParaRPr lang="es-CO" sz="1200" dirty="0"/>
            </a:p>
          </p:txBody>
        </p:sp>
        <p:sp>
          <p:nvSpPr>
            <p:cNvPr id="28" name="Rectángulo 27"/>
            <p:cNvSpPr/>
            <p:nvPr/>
          </p:nvSpPr>
          <p:spPr>
            <a:xfrm>
              <a:off x="7785602" y="2978045"/>
              <a:ext cx="1621766" cy="6901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PROTOTIPO DEL SISTEMA</a:t>
              </a:r>
              <a:endParaRPr lang="es-CO" sz="1200" dirty="0"/>
            </a:p>
          </p:txBody>
        </p:sp>
        <p:sp>
          <p:nvSpPr>
            <p:cNvPr id="29" name="Rectángulo 28"/>
            <p:cNvSpPr/>
            <p:nvPr/>
          </p:nvSpPr>
          <p:spPr>
            <a:xfrm>
              <a:off x="7785602" y="3983817"/>
              <a:ext cx="1621766" cy="6901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PRIMERA </a:t>
              </a:r>
              <a:r>
                <a:rPr lang="es-MX" sz="1200" dirty="0" smtClean="0"/>
                <a:t>VERSION</a:t>
              </a:r>
              <a:endParaRPr lang="es-CO" sz="1200" dirty="0"/>
            </a:p>
          </p:txBody>
        </p:sp>
        <p:sp>
          <p:nvSpPr>
            <p:cNvPr id="30" name="Rectángulo 29"/>
            <p:cNvSpPr/>
            <p:nvPr/>
          </p:nvSpPr>
          <p:spPr>
            <a:xfrm>
              <a:off x="7785602" y="5065697"/>
              <a:ext cx="1621766" cy="6901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1200" dirty="0" smtClean="0"/>
            </a:p>
            <a:p>
              <a:pPr algn="ctr"/>
              <a:r>
                <a:rPr lang="es-MX" sz="1200" dirty="0" smtClean="0"/>
                <a:t>SEGUNDA VERSION</a:t>
              </a:r>
              <a:endParaRPr lang="es-CO" sz="1200" dirty="0" smtClean="0"/>
            </a:p>
            <a:p>
              <a:pPr algn="ctr"/>
              <a:endParaRPr lang="es-CO" sz="1200" dirty="0"/>
            </a:p>
          </p:txBody>
        </p:sp>
        <p:sp>
          <p:nvSpPr>
            <p:cNvPr id="32" name="Rectángulo 31"/>
            <p:cNvSpPr/>
            <p:nvPr/>
          </p:nvSpPr>
          <p:spPr>
            <a:xfrm>
              <a:off x="10111054" y="2023416"/>
              <a:ext cx="1621766" cy="6901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INFORME DE PRUEBAS</a:t>
              </a:r>
              <a:endParaRPr lang="es-CO" sz="1200" dirty="0"/>
            </a:p>
          </p:txBody>
        </p:sp>
        <p:sp>
          <p:nvSpPr>
            <p:cNvPr id="33" name="Rectángulo 32"/>
            <p:cNvSpPr/>
            <p:nvPr/>
          </p:nvSpPr>
          <p:spPr>
            <a:xfrm>
              <a:off x="10111054" y="2978045"/>
              <a:ext cx="1621766" cy="6901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DESPLIEGUE DEL SISTEMA</a:t>
              </a:r>
              <a:endParaRPr lang="es-CO" sz="1200" dirty="0"/>
            </a:p>
          </p:txBody>
        </p:sp>
        <p:sp>
          <p:nvSpPr>
            <p:cNvPr id="34" name="Rectángulo 33"/>
            <p:cNvSpPr/>
            <p:nvPr/>
          </p:nvSpPr>
          <p:spPr>
            <a:xfrm>
              <a:off x="10111054" y="3953147"/>
              <a:ext cx="1621766" cy="6901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MX" sz="1200" dirty="0" smtClean="0"/>
                <a:t>RESULTADOS DE USO</a:t>
              </a:r>
              <a:endParaRPr lang="es-CO" sz="1200" dirty="0"/>
            </a:p>
          </p:txBody>
        </p:sp>
        <p:cxnSp>
          <p:nvCxnSpPr>
            <p:cNvPr id="3" name="Conector angular 2"/>
            <p:cNvCxnSpPr>
              <a:endCxn id="13" idx="1"/>
            </p:cNvCxnSpPr>
            <p:nvPr/>
          </p:nvCxnSpPr>
          <p:spPr>
            <a:xfrm rot="16200000" flipH="1">
              <a:off x="-122160" y="1951125"/>
              <a:ext cx="618770" cy="219902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" name="Conector recto de flecha 4"/>
            <p:cNvCxnSpPr>
              <a:stCxn id="13" idx="2"/>
              <a:endCxn id="14" idx="0"/>
            </p:cNvCxnSpPr>
            <p:nvPr/>
          </p:nvCxnSpPr>
          <p:spPr>
            <a:xfrm>
              <a:off x="1108059" y="2715517"/>
              <a:ext cx="0" cy="24193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Conector angular 17"/>
            <p:cNvCxnSpPr/>
            <p:nvPr/>
          </p:nvCxnSpPr>
          <p:spPr>
            <a:xfrm rot="16200000" flipH="1">
              <a:off x="-763714" y="3211448"/>
              <a:ext cx="1895874" cy="213896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Conector angular 38"/>
            <p:cNvCxnSpPr>
              <a:endCxn id="17" idx="1"/>
            </p:cNvCxnSpPr>
            <p:nvPr/>
          </p:nvCxnSpPr>
          <p:spPr>
            <a:xfrm rot="16200000" flipH="1">
              <a:off x="-763714" y="3211447"/>
              <a:ext cx="1895873" cy="213897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Conector angular 41"/>
            <p:cNvCxnSpPr>
              <a:endCxn id="19" idx="1"/>
            </p:cNvCxnSpPr>
            <p:nvPr/>
          </p:nvCxnSpPr>
          <p:spPr>
            <a:xfrm rot="16200000" flipH="1">
              <a:off x="2174217" y="1985074"/>
              <a:ext cx="748414" cy="297537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" name="Conector angular 43"/>
            <p:cNvCxnSpPr>
              <a:endCxn id="20" idx="1"/>
            </p:cNvCxnSpPr>
            <p:nvPr/>
          </p:nvCxnSpPr>
          <p:spPr>
            <a:xfrm rot="16200000" flipH="1">
              <a:off x="1873073" y="3034631"/>
              <a:ext cx="1350702" cy="297537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Conector angular 45"/>
            <p:cNvCxnSpPr>
              <a:endCxn id="21" idx="1"/>
            </p:cNvCxnSpPr>
            <p:nvPr/>
          </p:nvCxnSpPr>
          <p:spPr>
            <a:xfrm rot="16200000" flipH="1">
              <a:off x="4642456" y="1848611"/>
              <a:ext cx="618768" cy="424928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" name="Conector angular 47"/>
            <p:cNvCxnSpPr>
              <a:endCxn id="22" idx="1"/>
            </p:cNvCxnSpPr>
            <p:nvPr/>
          </p:nvCxnSpPr>
          <p:spPr>
            <a:xfrm rot="16200000" flipH="1">
              <a:off x="4530681" y="2597540"/>
              <a:ext cx="842318" cy="424928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Conector angular 48"/>
            <p:cNvCxnSpPr/>
            <p:nvPr/>
          </p:nvCxnSpPr>
          <p:spPr>
            <a:xfrm rot="16200000" flipH="1">
              <a:off x="4530681" y="3435099"/>
              <a:ext cx="842318" cy="424928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0" name="Conector angular 49"/>
            <p:cNvCxnSpPr>
              <a:endCxn id="24" idx="1"/>
            </p:cNvCxnSpPr>
            <p:nvPr/>
          </p:nvCxnSpPr>
          <p:spPr>
            <a:xfrm rot="16200000" flipH="1">
              <a:off x="4478532" y="4333214"/>
              <a:ext cx="946617" cy="424928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3" name="Conector angular 52"/>
            <p:cNvCxnSpPr>
              <a:endCxn id="25" idx="0"/>
            </p:cNvCxnSpPr>
            <p:nvPr/>
          </p:nvCxnSpPr>
          <p:spPr>
            <a:xfrm rot="5400000">
              <a:off x="4136298" y="5400267"/>
              <a:ext cx="985326" cy="220828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Conector angular 54"/>
            <p:cNvCxnSpPr>
              <a:endCxn id="26" idx="0"/>
            </p:cNvCxnSpPr>
            <p:nvPr/>
          </p:nvCxnSpPr>
          <p:spPr>
            <a:xfrm>
              <a:off x="4739375" y="5454357"/>
              <a:ext cx="1621767" cy="548987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0" name="Conector angular 59"/>
            <p:cNvCxnSpPr>
              <a:endCxn id="27" idx="1"/>
            </p:cNvCxnSpPr>
            <p:nvPr/>
          </p:nvCxnSpPr>
          <p:spPr>
            <a:xfrm rot="16200000" flipH="1">
              <a:off x="7311933" y="1894804"/>
              <a:ext cx="578506" cy="368832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Conector angular 61"/>
            <p:cNvCxnSpPr>
              <a:endCxn id="28" idx="1"/>
            </p:cNvCxnSpPr>
            <p:nvPr/>
          </p:nvCxnSpPr>
          <p:spPr>
            <a:xfrm rot="16200000" flipH="1">
              <a:off x="7134058" y="2671557"/>
              <a:ext cx="934257" cy="368832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4" name="Conector angular 63"/>
            <p:cNvCxnSpPr>
              <a:endCxn id="29" idx="1"/>
            </p:cNvCxnSpPr>
            <p:nvPr/>
          </p:nvCxnSpPr>
          <p:spPr>
            <a:xfrm rot="16200000" flipH="1">
              <a:off x="7095947" y="3639219"/>
              <a:ext cx="1010478" cy="368832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6" name="Conector angular 65"/>
            <p:cNvCxnSpPr>
              <a:endCxn id="30" idx="1"/>
            </p:cNvCxnSpPr>
            <p:nvPr/>
          </p:nvCxnSpPr>
          <p:spPr>
            <a:xfrm rot="16200000" flipH="1">
              <a:off x="7058030" y="4683181"/>
              <a:ext cx="1086313" cy="368832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3" name="Conector angular 72"/>
            <p:cNvCxnSpPr>
              <a:endCxn id="32" idx="3"/>
            </p:cNvCxnSpPr>
            <p:nvPr/>
          </p:nvCxnSpPr>
          <p:spPr>
            <a:xfrm rot="5400000">
              <a:off x="11591591" y="1931196"/>
              <a:ext cx="578506" cy="296048"/>
            </a:xfrm>
            <a:prstGeom prst="bentConnector2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angular 74"/>
            <p:cNvCxnSpPr>
              <a:endCxn id="33" idx="3"/>
            </p:cNvCxnSpPr>
            <p:nvPr/>
          </p:nvCxnSpPr>
          <p:spPr>
            <a:xfrm rot="5400000">
              <a:off x="11394943" y="2693471"/>
              <a:ext cx="967509" cy="291753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angular 76"/>
            <p:cNvCxnSpPr>
              <a:endCxn id="34" idx="3"/>
            </p:cNvCxnSpPr>
            <p:nvPr/>
          </p:nvCxnSpPr>
          <p:spPr>
            <a:xfrm rot="5400000">
              <a:off x="11382353" y="3655982"/>
              <a:ext cx="992689" cy="291754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angular 80"/>
            <p:cNvCxnSpPr>
              <a:stCxn id="6" idx="2"/>
              <a:endCxn id="12" idx="0"/>
            </p:cNvCxnSpPr>
            <p:nvPr/>
          </p:nvCxnSpPr>
          <p:spPr>
            <a:xfrm rot="16200000" flipH="1">
              <a:off x="8371613" y="-1740775"/>
              <a:ext cx="411188" cy="5272965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3" name="Conector angular 82"/>
            <p:cNvCxnSpPr>
              <a:stCxn id="6" idx="2"/>
              <a:endCxn id="7" idx="0"/>
            </p:cNvCxnSpPr>
            <p:nvPr/>
          </p:nvCxnSpPr>
          <p:spPr>
            <a:xfrm rot="5400000">
              <a:off x="3224737" y="-1646466"/>
              <a:ext cx="379409" cy="5052568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5" name="Conector recto de flecha 84"/>
            <p:cNvCxnSpPr>
              <a:endCxn id="9" idx="0"/>
            </p:cNvCxnSpPr>
            <p:nvPr/>
          </p:nvCxnSpPr>
          <p:spPr>
            <a:xfrm>
              <a:off x="3210539" y="895707"/>
              <a:ext cx="0" cy="17038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" name="Conector recto de flecha 86"/>
            <p:cNvCxnSpPr>
              <a:endCxn id="10" idx="0"/>
            </p:cNvCxnSpPr>
            <p:nvPr/>
          </p:nvCxnSpPr>
          <p:spPr>
            <a:xfrm>
              <a:off x="5550258" y="879818"/>
              <a:ext cx="1" cy="18970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Conector recto de flecha 88"/>
            <p:cNvCxnSpPr>
              <a:endCxn id="11" idx="0"/>
            </p:cNvCxnSpPr>
            <p:nvPr/>
          </p:nvCxnSpPr>
          <p:spPr>
            <a:xfrm>
              <a:off x="8227653" y="895707"/>
              <a:ext cx="0" cy="20414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19815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</TotalTime>
  <Words>77</Words>
  <Application>Microsoft Office PowerPoint</Application>
  <PresentationFormat>Panorámica</PresentationFormat>
  <Paragraphs>26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Cuenta Microsoft</cp:lastModifiedBy>
  <cp:revision>13</cp:revision>
  <dcterms:created xsi:type="dcterms:W3CDTF">2021-11-30T02:35:44Z</dcterms:created>
  <dcterms:modified xsi:type="dcterms:W3CDTF">2021-12-03T13:27:11Z</dcterms:modified>
</cp:coreProperties>
</file>